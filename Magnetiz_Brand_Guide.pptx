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Brand 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magnetiz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4A9E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 Design System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 — February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834640"/>
            <a:ext cx="8229600" cy="18288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017520"/>
            <a:ext cx="8229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That Work in Production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 Guide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11887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&amp; Wordmark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1887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74920" y="11887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572768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572768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572768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74920" y="1572768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 &amp; Layout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1956816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1956816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956816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1956816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2340864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2340864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&amp; CTAs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54880" y="2340864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74920" y="2340864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Tone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2724912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2724912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Guidelines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 &amp; Wordmark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wordmark is text-only — no icon, no symbol.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560320" cy="109728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691640"/>
            <a:ext cx="2286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magnetiz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37360" y="1691640"/>
            <a:ext cx="731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dark (primary)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371600"/>
            <a:ext cx="2560320" cy="109728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691640"/>
            <a:ext cx="2286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magnetiz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1691640"/>
            <a:ext cx="731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83280" y="251460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surface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2560320" cy="1097280"/>
          </a:xfrm>
          <a:prstGeom prst="rect">
            <a:avLst/>
          </a:prstGeom>
          <a:solidFill>
            <a:srgbClr val="F0F2F5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691640"/>
            <a:ext cx="2286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magnetiz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89520" y="1691640"/>
            <a:ext cx="7315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E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514600"/>
            <a:ext cx="256032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light (exception)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69748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Font: Consolas Bold | Nav: 20px | Display: 28px | Accent: 4A9ECE on .ai only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Logo Usage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73152" cy="3657600"/>
          </a:xfrm>
          <a:prstGeom prst="rect">
            <a:avLst/>
          </a:prstGeom>
          <a:solidFill>
            <a:srgbClr val="98C37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566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Always lowercase: magnetiz.ai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3566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 ".ai" in Steel Blue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3566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monospace exclusively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566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Maintain minimum clear space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14800" cy="36576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14400"/>
            <a:ext cx="73152" cy="3657600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0515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Don't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417320"/>
            <a:ext cx="3566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Capitalize: magnetiz.ai -&gt; Magnetiz.AI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1920240"/>
            <a:ext cx="3566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Change the accent color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423160"/>
            <a:ext cx="3566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a different typeface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926080"/>
            <a:ext cx="3566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drop shadows or effects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System — Backgrounds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828800" cy="128016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0"/>
            <a:ext cx="1828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0d1117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3017520"/>
            <a:ext cx="1828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bg-deep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82880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2560320"/>
            <a:ext cx="1828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161b22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3017520"/>
            <a:ext cx="1828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bg-surface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828800" cy="1280160"/>
          </a:xfrm>
          <a:prstGeom prst="rect">
            <a:avLst/>
          </a:prstGeom>
          <a:solidFill>
            <a:srgbClr val="1C2333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2560320"/>
            <a:ext cx="1828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1c2333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3017520"/>
            <a:ext cx="1828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bg-elevated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1188720"/>
            <a:ext cx="1828800" cy="1280160"/>
          </a:xfrm>
          <a:prstGeom prst="rect">
            <a:avLst/>
          </a:prstGeom>
          <a:solidFill>
            <a:srgbClr val="21262D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2560320"/>
            <a:ext cx="1828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21262d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3017520"/>
            <a:ext cx="1828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bg-card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System — Primary &amp; Accents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828800" cy="1188720"/>
          </a:xfrm>
          <a:prstGeom prst="rect">
            <a:avLst/>
          </a:prstGeom>
          <a:solidFill>
            <a:srgbClr val="4A9EC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0"/>
            <a:ext cx="1828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Blue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(Primary)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4A9ECE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514600" y="1005840"/>
            <a:ext cx="1828800" cy="1188720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6" name="Text 4"/>
          <p:cNvSpPr/>
          <p:nvPr/>
        </p:nvSpPr>
        <p:spPr>
          <a:xfrm>
            <a:off x="2514600" y="2286000"/>
            <a:ext cx="1828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(Secondary)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E06C75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1005840"/>
            <a:ext cx="1828800" cy="1188720"/>
          </a:xfrm>
          <a:prstGeom prst="rect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286000"/>
            <a:ext cx="1828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Green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(Success)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98C379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29400" y="1005840"/>
            <a:ext cx="1828800" cy="1188720"/>
          </a:xfrm>
          <a:prstGeom prst="rect">
            <a:avLst/>
          </a:prstGeom>
          <a:solidFill>
            <a:srgbClr val="E5C07B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286000"/>
            <a:ext cx="18288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(Warning)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E5C07B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Palette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200400"/>
            <a:ext cx="2011680" cy="1097280"/>
          </a:xfrm>
          <a:prstGeom prst="rect">
            <a:avLst/>
          </a:prstGeom>
          <a:solidFill>
            <a:srgbClr val="C678DD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389120"/>
            <a:ext cx="2011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(Keywords)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C678DD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17520" y="3200400"/>
            <a:ext cx="2011680" cy="1097280"/>
          </a:xfrm>
          <a:prstGeom prst="rect">
            <a:avLst/>
          </a:prstGeom>
          <a:solidFill>
            <a:srgbClr val="56B6C2"/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4389120"/>
            <a:ext cx="2011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(Built-ins)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56B6C2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77840" y="3200400"/>
            <a:ext cx="2011680" cy="1097280"/>
          </a:xfrm>
          <a:prstGeom prst="rect">
            <a:avLst/>
          </a:prstGeom>
          <a:solidFill>
            <a:srgbClr val="D19A66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4389120"/>
            <a:ext cx="201168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(Numbers)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D19A66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 System — Text &amp; Borders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Colors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286000" cy="1005840"/>
          </a:xfrm>
          <a:prstGeom prst="rect">
            <a:avLst/>
          </a:prstGeom>
          <a:solidFill>
            <a:srgbClr val="E6EDF3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0"/>
            <a:ext cx="2286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E6EDF3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17520" y="1463040"/>
            <a:ext cx="2286000" cy="100584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7" name="Text 5"/>
          <p:cNvSpPr/>
          <p:nvPr/>
        </p:nvSpPr>
        <p:spPr>
          <a:xfrm>
            <a:off x="3017520" y="2560320"/>
            <a:ext cx="2286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8B949E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77840" y="1463040"/>
            <a:ext cx="2286000" cy="1005840"/>
          </a:xfrm>
          <a:prstGeom prst="rect">
            <a:avLst/>
          </a:prstGeom>
          <a:solidFill>
            <a:srgbClr val="484F58"/>
          </a:solidFill>
          <a:ln/>
        </p:spPr>
      </p:sp>
      <p:sp>
        <p:nvSpPr>
          <p:cNvPr id="9" name="Text 7"/>
          <p:cNvSpPr/>
          <p:nvPr/>
        </p:nvSpPr>
        <p:spPr>
          <a:xfrm>
            <a:off x="5577840" y="2560320"/>
            <a:ext cx="2286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Muted Text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484F58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383280"/>
            <a:ext cx="2286000" cy="1005840"/>
          </a:xfrm>
          <a:prstGeom prst="rect">
            <a:avLst/>
          </a:prstGeom>
          <a:solidFill>
            <a:srgbClr val="30363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389120"/>
            <a:ext cx="2286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Border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30363d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0" y="3383280"/>
            <a:ext cx="2286000" cy="1005840"/>
          </a:xfrm>
          <a:prstGeom prst="rect">
            <a:avLst/>
          </a:prstGeom>
          <a:solidFill>
            <a:srgbClr val="1F3A4E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4389120"/>
            <a:ext cx="2286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 Border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1F3A4E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Steel Blue is the primary accent. Coral for warnings. Green for success/labels.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Typography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/ Headings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build AI agents that work in 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9E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JetBrains Mono — 300–800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37160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/ Long-form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1920240"/>
            <a:ext cx="3566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Evaluation-first frameworks. Production-ready in less than 30 days.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83464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 Sans — 300–700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 Scale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393192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Hero Headline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44px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28px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 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18px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Label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11px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Body Copy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14px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14px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Terminal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12px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+ 05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Spacing &amp; Atmosphere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padding: 120px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width: 1200px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517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padding: 36px 32px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Border radius: 12px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411480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37160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182880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Glow system: sm/md/lg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224028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Background: dot grid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6517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Animations: scroll reveal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306324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hover: lift effect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 — Terminal Chrome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280160"/>
            <a:ext cx="640080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280160"/>
            <a:ext cx="6400800" cy="32004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" name="Shape 4"/>
          <p:cNvSpPr/>
          <p:nvPr/>
        </p:nvSpPr>
        <p:spPr>
          <a:xfrm>
            <a:off x="1508760" y="135331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691640" y="135331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874520" y="135331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2240280" y="132588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54480" y="178308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deploy() {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554480" y="21945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console.log("Starting deployment...");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554480" y="260604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await runTests();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30175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371600" y="3611880"/>
            <a:ext cx="6400800" cy="22860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5" name="Text 13"/>
          <p:cNvSpPr/>
          <p:nvPr/>
        </p:nvSpPr>
        <p:spPr>
          <a:xfrm>
            <a:off x="1554480" y="3630168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READY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040880" y="3630168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 1, Col 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Components — Cards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4A9EC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21945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1945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testing infrastructure for production deployments.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914400" cy="274320"/>
          </a:xfrm>
          <a:prstGeom prst="rect">
            <a:avLst/>
          </a:prstGeom>
          <a:solidFill>
            <a:srgbClr val="98C37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108960"/>
            <a:ext cx="914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0" y="1920240"/>
            <a:ext cx="21945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A9E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474720" y="2560320"/>
            <a:ext cx="21945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 Rate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34747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828800"/>
            <a:ext cx="21945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Agents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2194560"/>
            <a:ext cx="21945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6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Tools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09360" y="2194560"/>
            <a:ext cx="21945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(strikethrough)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Buttons &amp; CTAs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280160"/>
            <a:ext cx="2286000" cy="411480"/>
          </a:xfrm>
          <a:prstGeom prst="rect">
            <a:avLst/>
          </a:prstGeom>
          <a:solidFill>
            <a:srgbClr val="4A9ECE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1280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 Call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828800"/>
            <a:ext cx="2286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Button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0" y="1280160"/>
            <a:ext cx="2286000" cy="41148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0" y="1280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Learn More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2286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Button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2286000"/>
          <a:ext cx="5943600" cy="2286000"/>
        </p:xfrm>
        <a:graphic>
          <a:graphicData uri="http://schemas.openxmlformats.org/drawingml/2006/table">
            <a:tbl>
              <a:tblPr/>
              <a:tblGrid>
                <a:gridCol w="1981200"/>
                <a:gridCol w="1981200"/>
                <a:gridCol w="1981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Background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Steel Blue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 (none)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Color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1px Border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12px 24px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12px 24px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B94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4px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 &amp; Tone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speak like a senior engineer — precise, confident, no-nonsense.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9164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291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speak the language of 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384048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69164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3291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backed by data and outcomes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384048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5468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3291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sentences. Active voice.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017520"/>
            <a:ext cx="384048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315468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566160"/>
            <a:ext cx="329184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can't show ROI — you don't pay.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Writing Patterns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914400"/>
            <a:ext cx="73152" cy="3931920"/>
          </a:xfrm>
          <a:prstGeom prst="rect">
            <a:avLst/>
          </a:prstGeom>
          <a:solidFill>
            <a:srgbClr val="98C379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8C37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3566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Production-ready in less than 30 days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566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 deploy automated testing infrastructure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3566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If we can't show ROI — you don't pay.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200400"/>
            <a:ext cx="3566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Evaluation-first frameworks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4114800" cy="3931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914400"/>
            <a:ext cx="73152" cy="3931920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0515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6C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DON'T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417320"/>
            <a:ext cx="3566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Unlock the power of AI for your business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011680"/>
            <a:ext cx="3566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Our innovative solutions leverage cutting-edge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0" y="2606040"/>
            <a:ext cx="3566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Transform your enterprise with next-gen AI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3200400"/>
            <a:ext cx="356616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Synergize blockchain-enabled platforms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Usage Guidelines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74320" cy="274320"/>
          </a:xfrm>
          <a:prstGeom prst="rect">
            <a:avLst/>
          </a:prstGeom>
          <a:solidFill>
            <a:srgbClr val="4A9EC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8872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Blue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463040"/>
            <a:ext cx="7772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action, links, buttons, logo accent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74320" cy="274320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96596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6C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240280"/>
            <a:ext cx="7772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Warning, negation, contrast, strikethrough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274320" cy="274320"/>
          </a:xfrm>
          <a:prstGeom prst="rect">
            <a:avLst/>
          </a:prstGeom>
          <a:solidFill>
            <a:srgbClr val="98C37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4320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8C3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Green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7772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Success, active states, section labels, tags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274320" cy="274320"/>
          </a:xfrm>
          <a:prstGeom prst="rect">
            <a:avLst/>
          </a:prstGeom>
          <a:solidFill>
            <a:srgbClr val="E5C07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520440"/>
            <a:ext cx="68580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5C0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7724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Caution, attention, warning icons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80560"/>
            <a:ext cx="8229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Purple/Cyan/Orange reserved for code syntax only. Dark backgrounds required. Monospace for headings.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0" y="1645920"/>
            <a:ext cx="27432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magnetiz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754880" y="1645920"/>
            <a:ext cx="1371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4A9EC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.ai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1828800" y="2286000"/>
            <a:ext cx="5486400" cy="18288"/>
          </a:xfrm>
          <a:prstGeom prst="rect">
            <a:avLst/>
          </a:prstGeom>
          <a:solidFill>
            <a:srgbClr val="4A9EC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0"/>
            <a:ext cx="8229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Guide v1.0 — February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questions about brand usage, contact the marketing team.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2026-02-24T18:25:19Z</dcterms:created>
  <dcterms:modified xsi:type="dcterms:W3CDTF">2026-02-24T18:25:19Z</dcterms:modified>
</cp:coreProperties>
</file>